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5" r:id="rId7"/>
    <p:sldId id="261" r:id="rId8"/>
    <p:sldId id="262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black and white image of a computer&#10;&#10;AI-generated content may be incorrect.">
            <a:extLst>
              <a:ext uri="{FF2B5EF4-FFF2-40B4-BE49-F238E27FC236}">
                <a16:creationId xmlns:a16="http://schemas.microsoft.com/office/drawing/2014/main" id="{2CBA64BF-000C-9CA9-EBDC-04DD55376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8899"/>
            <a:ext cx="12192000" cy="45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black and white screen&#10;&#10;AI-generated content may be incorrect.">
            <a:extLst>
              <a:ext uri="{FF2B5EF4-FFF2-40B4-BE49-F238E27FC236}">
                <a16:creationId xmlns:a16="http://schemas.microsoft.com/office/drawing/2014/main" id="{08723955-B79B-8DFA-E37C-48A07EE19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77" y="1269894"/>
            <a:ext cx="12152977" cy="4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15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1742D-40A6-9282-7873-C433DF7C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A1D634-E504-F221-AA79-56DE0F8F9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549" y="-34134"/>
            <a:ext cx="11602275" cy="689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7BA44-E744-7DD2-4B70-B9E6F966C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diagram of a memory&#10;&#10;AI-generated content may be incorrect.">
            <a:extLst>
              <a:ext uri="{FF2B5EF4-FFF2-40B4-BE49-F238E27FC236}">
                <a16:creationId xmlns:a16="http://schemas.microsoft.com/office/drawing/2014/main" id="{AE698CA8-7F00-6D27-6EB2-501B09C7D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958" y="-2554"/>
            <a:ext cx="10679042" cy="690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59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E535-5B58-D109-F428-8E7A67F7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A6E7343C-75B5-7CCA-E422-D765D890A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3130" y="730323"/>
            <a:ext cx="12225130" cy="538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98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1622E-D519-70E5-746F-66EC9CA55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3510721" y="1690688"/>
            <a:ext cx="7843079" cy="872089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Content Placeholder 5" descr="A black and white screen with white text&#10;&#10;AI-generated content may be incorrect.">
            <a:extLst>
              <a:ext uri="{FF2B5EF4-FFF2-40B4-BE49-F238E27FC236}">
                <a16:creationId xmlns:a16="http://schemas.microsoft.com/office/drawing/2014/main" id="{D11BBE40-3434-93FA-0E42-4460130D65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980" y="243"/>
            <a:ext cx="9600040" cy="691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89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B14D-CCA7-356C-0907-B25FF43F8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1CE02-8743-8EA0-9660-CC1AEA11DA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8451"/>
            <a:ext cx="12247217" cy="664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83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0029-5732-C5EF-C6F2-14854CD73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0CE48D-1E6C-557E-3FB3-4D5093AF0C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6261" y="689242"/>
            <a:ext cx="12258261" cy="548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91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A6E71-FF93-0EFD-0514-017E06F3E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A297572-4575-217B-18FC-FF0EC924F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383471"/>
            <a:ext cx="12302434" cy="609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93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D6696-3B07-6F86-13FC-6A13FC03C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7504" y="1226516"/>
            <a:ext cx="10515600" cy="1325563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CBEC5CB-13CE-7F32-50E9-A360B66FD7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548" y="242"/>
            <a:ext cx="9077860" cy="686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6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ey background with white text&#10;&#10;AI-generated content may be incorrect.">
            <a:extLst>
              <a:ext uri="{FF2B5EF4-FFF2-40B4-BE49-F238E27FC236}">
                <a16:creationId xmlns:a16="http://schemas.microsoft.com/office/drawing/2014/main" id="{C384CC31-028C-C0FC-473A-0A27B355D4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85564"/>
            <a:ext cx="10905066" cy="408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61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</cp:revision>
  <dcterms:created xsi:type="dcterms:W3CDTF">2026-02-10T19:33:02Z</dcterms:created>
  <dcterms:modified xsi:type="dcterms:W3CDTF">2026-05-06T04:32:37Z</dcterms:modified>
</cp:coreProperties>
</file>